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7"/>
  </p:sldMasterIdLst>
  <p:notesMasterIdLst>
    <p:notesMasterId r:id="rId14"/>
  </p:notesMasterIdLst>
  <p:sldIdLst>
    <p:sldId id="402" r:id="rId8"/>
    <p:sldId id="403" r:id="rId9"/>
    <p:sldId id="258" r:id="rId10"/>
    <p:sldId id="256" r:id="rId11"/>
    <p:sldId id="259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397641-96CE-274F-AC0F-D90F5A9E08D9}" v="117" dt="2025-06-27T09:27:32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lov, Slavi" userId="beee7578-9f22-4de8-9aa1-becc9a62e604" providerId="ADAL" clId="{D7397641-96CE-274F-AC0F-D90F5A9E08D9}"/>
    <pc:docChg chg="undo custSel addSld delSld modSld">
      <pc:chgData name="Pavlov, Slavi" userId="beee7578-9f22-4de8-9aa1-becc9a62e604" providerId="ADAL" clId="{D7397641-96CE-274F-AC0F-D90F5A9E08D9}" dt="2025-06-27T09:27:32.580" v="787" actId="1076"/>
      <pc:docMkLst>
        <pc:docMk/>
      </pc:docMkLst>
      <pc:sldChg chg="addSp delSp modSp del mod">
        <pc:chgData name="Pavlov, Slavi" userId="beee7578-9f22-4de8-9aa1-becc9a62e604" providerId="ADAL" clId="{D7397641-96CE-274F-AC0F-D90F5A9E08D9}" dt="2025-06-27T08:36:22.359" v="406" actId="2696"/>
        <pc:sldMkLst>
          <pc:docMk/>
          <pc:sldMk cId="2200348844" sldId="256"/>
        </pc:sldMkLst>
        <pc:spChg chg="add del mod">
          <ac:chgData name="Pavlov, Slavi" userId="beee7578-9f22-4de8-9aa1-becc9a62e604" providerId="ADAL" clId="{D7397641-96CE-274F-AC0F-D90F5A9E08D9}" dt="2025-06-27T08:31:09.499" v="294" actId="21"/>
          <ac:spMkLst>
            <pc:docMk/>
            <pc:sldMk cId="2200348844" sldId="256"/>
            <ac:spMk id="2" creationId="{D2BC3B10-D0FC-F72D-8BF9-78BF71A94B27}"/>
          </ac:spMkLst>
        </pc:spChg>
        <pc:spChg chg="del">
          <ac:chgData name="Pavlov, Slavi" userId="beee7578-9f22-4de8-9aa1-becc9a62e604" providerId="ADAL" clId="{D7397641-96CE-274F-AC0F-D90F5A9E08D9}" dt="2025-06-27T08:11:32.050" v="38" actId="478"/>
          <ac:spMkLst>
            <pc:docMk/>
            <pc:sldMk cId="2200348844" sldId="256"/>
            <ac:spMk id="3" creationId="{5DA13992-8696-AB2E-67B0-3E9318D70777}"/>
          </ac:spMkLst>
        </pc:spChg>
        <pc:spChg chg="add del mod">
          <ac:chgData name="Pavlov, Slavi" userId="beee7578-9f22-4de8-9aa1-becc9a62e604" providerId="ADAL" clId="{D7397641-96CE-274F-AC0F-D90F5A9E08D9}" dt="2025-06-27T08:11:37.194" v="40" actId="478"/>
          <ac:spMkLst>
            <pc:docMk/>
            <pc:sldMk cId="2200348844" sldId="256"/>
            <ac:spMk id="5" creationId="{E8D962C7-1EE0-6EE0-A5AB-2B87D583B48A}"/>
          </ac:spMkLst>
        </pc:spChg>
      </pc:sldChg>
      <pc:sldChg chg="addSp delSp modSp add mod modTransition">
        <pc:chgData name="Pavlov, Slavi" userId="beee7578-9f22-4de8-9aa1-becc9a62e604" providerId="ADAL" clId="{D7397641-96CE-274F-AC0F-D90F5A9E08D9}" dt="2025-06-27T09:17:29.703" v="758"/>
        <pc:sldMkLst>
          <pc:docMk/>
          <pc:sldMk cId="4102293506" sldId="256"/>
        </pc:sldMkLst>
        <pc:spChg chg="mod">
          <ac:chgData name="Pavlov, Slavi" userId="beee7578-9f22-4de8-9aa1-becc9a62e604" providerId="ADAL" clId="{D7397641-96CE-274F-AC0F-D90F5A9E08D9}" dt="2025-06-27T08:48:25.611" v="460" actId="20577"/>
          <ac:spMkLst>
            <pc:docMk/>
            <pc:sldMk cId="4102293506" sldId="256"/>
            <ac:spMk id="3" creationId="{BE6B883B-2A36-6D42-8598-FFC93F8D3F75}"/>
          </ac:spMkLst>
        </pc:spChg>
        <pc:spChg chg="del">
          <ac:chgData name="Pavlov, Slavi" userId="beee7578-9f22-4de8-9aa1-becc9a62e604" providerId="ADAL" clId="{D7397641-96CE-274F-AC0F-D90F5A9E08D9}" dt="2025-06-27T08:40:52.759" v="414" actId="931"/>
          <ac:spMkLst>
            <pc:docMk/>
            <pc:sldMk cId="4102293506" sldId="256"/>
            <ac:spMk id="4" creationId="{56F51FF4-655F-0F41-9606-456E1061B25A}"/>
          </ac:spMkLst>
        </pc:spChg>
        <pc:spChg chg="mod">
          <ac:chgData name="Pavlov, Slavi" userId="beee7578-9f22-4de8-9aa1-becc9a62e604" providerId="ADAL" clId="{D7397641-96CE-274F-AC0F-D90F5A9E08D9}" dt="2025-06-27T09:12:10.801" v="737"/>
          <ac:spMkLst>
            <pc:docMk/>
            <pc:sldMk cId="4102293506" sldId="256"/>
            <ac:spMk id="5" creationId="{B64BA49B-E461-7042-8953-CA6AC918C625}"/>
          </ac:spMkLst>
        </pc:spChg>
        <pc:spChg chg="add del mod">
          <ac:chgData name="Pavlov, Slavi" userId="beee7578-9f22-4de8-9aa1-becc9a62e604" providerId="ADAL" clId="{D7397641-96CE-274F-AC0F-D90F5A9E08D9}" dt="2025-06-27T08:42:47.267" v="418" actId="931"/>
          <ac:spMkLst>
            <pc:docMk/>
            <pc:sldMk cId="4102293506" sldId="256"/>
            <ac:spMk id="10" creationId="{9027E41C-007F-D807-50D9-B6A35957E893}"/>
          </ac:spMkLst>
        </pc:spChg>
        <pc:spChg chg="add del mod">
          <ac:chgData name="Pavlov, Slavi" userId="beee7578-9f22-4de8-9aa1-becc9a62e604" providerId="ADAL" clId="{D7397641-96CE-274F-AC0F-D90F5A9E08D9}" dt="2025-06-27T08:42:49.351" v="419" actId="478"/>
          <ac:spMkLst>
            <pc:docMk/>
            <pc:sldMk cId="4102293506" sldId="256"/>
            <ac:spMk id="13" creationId="{9926B157-5F03-9744-09D9-FC6C9BB7D5B7}"/>
          </ac:spMkLst>
        </pc:spChg>
        <pc:spChg chg="add del mod">
          <ac:chgData name="Pavlov, Slavi" userId="beee7578-9f22-4de8-9aa1-becc9a62e604" providerId="ADAL" clId="{D7397641-96CE-274F-AC0F-D90F5A9E08D9}" dt="2025-06-27T08:42:58.180" v="420" actId="931"/>
          <ac:spMkLst>
            <pc:docMk/>
            <pc:sldMk cId="4102293506" sldId="256"/>
            <ac:spMk id="15" creationId="{582BD1C0-3B1C-20FD-0444-0E7CEC2FD04F}"/>
          </ac:spMkLst>
        </pc:spChg>
        <pc:spChg chg="add del mod">
          <ac:chgData name="Pavlov, Slavi" userId="beee7578-9f22-4de8-9aa1-becc9a62e604" providerId="ADAL" clId="{D7397641-96CE-274F-AC0F-D90F5A9E08D9}" dt="2025-06-27T08:44:07.321" v="422" actId="931"/>
          <ac:spMkLst>
            <pc:docMk/>
            <pc:sldMk cId="4102293506" sldId="256"/>
            <ac:spMk id="19" creationId="{14F76B05-3D2E-7A21-B660-DA71D9197F29}"/>
          </ac:spMkLst>
        </pc:spChg>
        <pc:spChg chg="add del mod">
          <ac:chgData name="Pavlov, Slavi" userId="beee7578-9f22-4de8-9aa1-becc9a62e604" providerId="ADAL" clId="{D7397641-96CE-274F-AC0F-D90F5A9E08D9}" dt="2025-06-27T08:45:08.527" v="426" actId="931"/>
          <ac:spMkLst>
            <pc:docMk/>
            <pc:sldMk cId="4102293506" sldId="256"/>
            <ac:spMk id="23" creationId="{547F564A-3827-C84A-AC20-DA9986EB7E08}"/>
          </ac:spMkLst>
        </pc:spChg>
        <pc:spChg chg="add del mod">
          <ac:chgData name="Pavlov, Slavi" userId="beee7578-9f22-4de8-9aa1-becc9a62e604" providerId="ADAL" clId="{D7397641-96CE-274F-AC0F-D90F5A9E08D9}" dt="2025-06-27T08:46:23.896" v="428" actId="931"/>
          <ac:spMkLst>
            <pc:docMk/>
            <pc:sldMk cId="4102293506" sldId="256"/>
            <ac:spMk id="27" creationId="{355341BC-ED2E-9DF2-0080-137D9D653C6A}"/>
          </ac:spMkLst>
        </pc:spChg>
        <pc:spChg chg="add del mod">
          <ac:chgData name="Pavlov, Slavi" userId="beee7578-9f22-4de8-9aa1-becc9a62e604" providerId="ADAL" clId="{D7397641-96CE-274F-AC0F-D90F5A9E08D9}" dt="2025-06-27T08:47:41.284" v="430" actId="931"/>
          <ac:spMkLst>
            <pc:docMk/>
            <pc:sldMk cId="4102293506" sldId="256"/>
            <ac:spMk id="31" creationId="{654B76EE-DD75-8219-DEED-E2F344D8025B}"/>
          </ac:spMkLst>
        </pc:spChg>
        <pc:spChg chg="add del mod">
          <ac:chgData name="Pavlov, Slavi" userId="beee7578-9f22-4de8-9aa1-becc9a62e604" providerId="ADAL" clId="{D7397641-96CE-274F-AC0F-D90F5A9E08D9}" dt="2025-06-27T08:48:05.684" v="433" actId="931"/>
          <ac:spMkLst>
            <pc:docMk/>
            <pc:sldMk cId="4102293506" sldId="256"/>
            <ac:spMk id="35" creationId="{594B2E37-B6A5-6BA5-8F72-2138A3467791}"/>
          </ac:spMkLst>
        </pc:spChg>
        <pc:spChg chg="add del mod">
          <ac:chgData name="Pavlov, Slavi" userId="beee7578-9f22-4de8-9aa1-becc9a62e604" providerId="ADAL" clId="{D7397641-96CE-274F-AC0F-D90F5A9E08D9}" dt="2025-06-27T08:49:40.480" v="462" actId="931"/>
          <ac:spMkLst>
            <pc:docMk/>
            <pc:sldMk cId="4102293506" sldId="256"/>
            <ac:spMk id="39" creationId="{97CFA7B6-7C29-5011-A970-935CD1E02611}"/>
          </ac:spMkLst>
        </pc:spChg>
        <pc:spChg chg="add del mod">
          <ac:chgData name="Pavlov, Slavi" userId="beee7578-9f22-4de8-9aa1-becc9a62e604" providerId="ADAL" clId="{D7397641-96CE-274F-AC0F-D90F5A9E08D9}" dt="2025-06-27T08:55:19.415" v="473" actId="931"/>
          <ac:spMkLst>
            <pc:docMk/>
            <pc:sldMk cId="4102293506" sldId="256"/>
            <ac:spMk id="43" creationId="{E142582B-B734-7804-372C-1F58918D3B6C}"/>
          </ac:spMkLst>
        </pc:spChg>
        <pc:spChg chg="add del mod">
          <ac:chgData name="Pavlov, Slavi" userId="beee7578-9f22-4de8-9aa1-becc9a62e604" providerId="ADAL" clId="{D7397641-96CE-274F-AC0F-D90F5A9E08D9}" dt="2025-06-27T08:55:45.129" v="477" actId="931"/>
          <ac:spMkLst>
            <pc:docMk/>
            <pc:sldMk cId="4102293506" sldId="256"/>
            <ac:spMk id="51" creationId="{0FAA8627-B07A-A06F-C4F3-BD4FA7626C5B}"/>
          </ac:spMkLst>
        </pc:spChg>
        <pc:spChg chg="add del mod">
          <ac:chgData name="Pavlov, Slavi" userId="beee7578-9f22-4de8-9aa1-becc9a62e604" providerId="ADAL" clId="{D7397641-96CE-274F-AC0F-D90F5A9E08D9}" dt="2025-06-27T08:57:16.279" v="479" actId="931"/>
          <ac:spMkLst>
            <pc:docMk/>
            <pc:sldMk cId="4102293506" sldId="256"/>
            <ac:spMk id="55" creationId="{12BD5CE2-4C40-6CCD-2A4D-9177D929E4C3}"/>
          </ac:spMkLst>
        </pc:spChg>
        <pc:spChg chg="add del mod">
          <ac:chgData name="Pavlov, Slavi" userId="beee7578-9f22-4de8-9aa1-becc9a62e604" providerId="ADAL" clId="{D7397641-96CE-274F-AC0F-D90F5A9E08D9}" dt="2025-06-27T08:57:38.639" v="481" actId="931"/>
          <ac:spMkLst>
            <pc:docMk/>
            <pc:sldMk cId="4102293506" sldId="256"/>
            <ac:spMk id="59" creationId="{10D623FB-8A2E-E841-A3A8-E96EA30618D2}"/>
          </ac:spMkLst>
        </pc:spChg>
        <pc:spChg chg="add del mod">
          <ac:chgData name="Pavlov, Slavi" userId="beee7578-9f22-4de8-9aa1-becc9a62e604" providerId="ADAL" clId="{D7397641-96CE-274F-AC0F-D90F5A9E08D9}" dt="2025-06-27T08:58:05.380" v="483" actId="931"/>
          <ac:spMkLst>
            <pc:docMk/>
            <pc:sldMk cId="4102293506" sldId="256"/>
            <ac:spMk id="63" creationId="{AA54D02D-01D8-B065-A1E5-B24DA1D1F283}"/>
          </ac:spMkLst>
        </pc:spChg>
        <pc:spChg chg="add del mod">
          <ac:chgData name="Pavlov, Slavi" userId="beee7578-9f22-4de8-9aa1-becc9a62e604" providerId="ADAL" clId="{D7397641-96CE-274F-AC0F-D90F5A9E08D9}" dt="2025-06-27T08:58:49.518" v="485" actId="931"/>
          <ac:spMkLst>
            <pc:docMk/>
            <pc:sldMk cId="4102293506" sldId="256"/>
            <ac:spMk id="67" creationId="{B5B987D9-2D34-2A18-46F4-FDDB6B1BEDFE}"/>
          </ac:spMkLst>
        </pc:spChg>
        <pc:spChg chg="add del mod">
          <ac:chgData name="Pavlov, Slavi" userId="beee7578-9f22-4de8-9aa1-becc9a62e604" providerId="ADAL" clId="{D7397641-96CE-274F-AC0F-D90F5A9E08D9}" dt="2025-06-27T08:58:57.228" v="487" actId="931"/>
          <ac:spMkLst>
            <pc:docMk/>
            <pc:sldMk cId="4102293506" sldId="256"/>
            <ac:spMk id="71" creationId="{7F9A1ED5-7B5C-3797-B587-A59E28381B0C}"/>
          </ac:spMkLst>
        </pc:spChg>
        <pc:spChg chg="add del mod">
          <ac:chgData name="Pavlov, Slavi" userId="beee7578-9f22-4de8-9aa1-becc9a62e604" providerId="ADAL" clId="{D7397641-96CE-274F-AC0F-D90F5A9E08D9}" dt="2025-06-27T08:59:11.521" v="489" actId="931"/>
          <ac:spMkLst>
            <pc:docMk/>
            <pc:sldMk cId="4102293506" sldId="256"/>
            <ac:spMk id="75" creationId="{55BE5218-0F26-CB36-B8BA-1D3EF16AA3C4}"/>
          </ac:spMkLst>
        </pc:spChg>
        <pc:spChg chg="add del mod">
          <ac:chgData name="Pavlov, Slavi" userId="beee7578-9f22-4de8-9aa1-becc9a62e604" providerId="ADAL" clId="{D7397641-96CE-274F-AC0F-D90F5A9E08D9}" dt="2025-06-27T08:59:25.015" v="493" actId="931"/>
          <ac:spMkLst>
            <pc:docMk/>
            <pc:sldMk cId="4102293506" sldId="256"/>
            <ac:spMk id="79" creationId="{35B984C2-FFE1-7AE1-2A39-D30562616303}"/>
          </ac:spMkLst>
        </pc:spChg>
        <pc:spChg chg="add del mod">
          <ac:chgData name="Pavlov, Slavi" userId="beee7578-9f22-4de8-9aa1-becc9a62e604" providerId="ADAL" clId="{D7397641-96CE-274F-AC0F-D90F5A9E08D9}" dt="2025-06-27T08:59:44.729" v="495" actId="931"/>
          <ac:spMkLst>
            <pc:docMk/>
            <pc:sldMk cId="4102293506" sldId="256"/>
            <ac:spMk id="83" creationId="{2460C967-1989-8AB4-89F7-B46C245B62F2}"/>
          </ac:spMkLst>
        </pc:spChg>
        <pc:spChg chg="add del mod">
          <ac:chgData name="Pavlov, Slavi" userId="beee7578-9f22-4de8-9aa1-becc9a62e604" providerId="ADAL" clId="{D7397641-96CE-274F-AC0F-D90F5A9E08D9}" dt="2025-06-27T09:00:09.104" v="497" actId="931"/>
          <ac:spMkLst>
            <pc:docMk/>
            <pc:sldMk cId="4102293506" sldId="256"/>
            <ac:spMk id="87" creationId="{88C9DA7B-E026-6C85-7416-AF42933AA326}"/>
          </ac:spMkLst>
        </pc:spChg>
        <pc:spChg chg="add del mod">
          <ac:chgData name="Pavlov, Slavi" userId="beee7578-9f22-4de8-9aa1-becc9a62e604" providerId="ADAL" clId="{D7397641-96CE-274F-AC0F-D90F5A9E08D9}" dt="2025-06-27T09:00:20.565" v="499" actId="931"/>
          <ac:spMkLst>
            <pc:docMk/>
            <pc:sldMk cId="4102293506" sldId="256"/>
            <ac:spMk id="91" creationId="{4A2D8072-DB9E-2658-DFBF-18B38E73A7E9}"/>
          </ac:spMkLst>
        </pc:spChg>
        <pc:picChg chg="add del mod">
          <ac:chgData name="Pavlov, Slavi" userId="beee7578-9f22-4de8-9aa1-becc9a62e604" providerId="ADAL" clId="{D7397641-96CE-274F-AC0F-D90F5A9E08D9}" dt="2025-06-27T08:42:15.577" v="417" actId="478"/>
          <ac:picMkLst>
            <pc:docMk/>
            <pc:sldMk cId="4102293506" sldId="256"/>
            <ac:picMk id="6" creationId="{66786B8A-4943-5092-727C-0739075AA2E3}"/>
          </ac:picMkLst>
        </pc:picChg>
        <pc:picChg chg="add del mod">
          <ac:chgData name="Pavlov, Slavi" userId="beee7578-9f22-4de8-9aa1-becc9a62e604" providerId="ADAL" clId="{D7397641-96CE-274F-AC0F-D90F5A9E08D9}" dt="2025-06-27T08:42:13.818" v="416" actId="478"/>
          <ac:picMkLst>
            <pc:docMk/>
            <pc:sldMk cId="4102293506" sldId="256"/>
            <ac:picMk id="8" creationId="{38746550-9020-1B2C-91E2-FBFB368F538E}"/>
          </ac:picMkLst>
        </pc:picChg>
        <pc:picChg chg="add del mod">
          <ac:chgData name="Pavlov, Slavi" userId="beee7578-9f22-4de8-9aa1-becc9a62e604" providerId="ADAL" clId="{D7397641-96CE-274F-AC0F-D90F5A9E08D9}" dt="2025-06-27T08:42:49.351" v="419" actId="478"/>
          <ac:picMkLst>
            <pc:docMk/>
            <pc:sldMk cId="4102293506" sldId="256"/>
            <ac:picMk id="12" creationId="{A48363C8-0882-CB21-ECAE-0BD1E3F73FBD}"/>
          </ac:picMkLst>
        </pc:picChg>
        <pc:picChg chg="add del mod">
          <ac:chgData name="Pavlov, Slavi" userId="beee7578-9f22-4de8-9aa1-becc9a62e604" providerId="ADAL" clId="{D7397641-96CE-274F-AC0F-D90F5A9E08D9}" dt="2025-06-27T08:43:03.799" v="421" actId="478"/>
          <ac:picMkLst>
            <pc:docMk/>
            <pc:sldMk cId="4102293506" sldId="256"/>
            <ac:picMk id="17" creationId="{5438944F-04C4-5EEA-9011-D8ECCE60E15D}"/>
          </ac:picMkLst>
        </pc:picChg>
        <pc:picChg chg="add del mod">
          <ac:chgData name="Pavlov, Slavi" userId="beee7578-9f22-4de8-9aa1-becc9a62e604" providerId="ADAL" clId="{D7397641-96CE-274F-AC0F-D90F5A9E08D9}" dt="2025-06-27T08:44:21.884" v="425" actId="478"/>
          <ac:picMkLst>
            <pc:docMk/>
            <pc:sldMk cId="4102293506" sldId="256"/>
            <ac:picMk id="21" creationId="{D5161FA9-9D3F-B4BE-F18B-6E6470AC27CA}"/>
          </ac:picMkLst>
        </pc:picChg>
        <pc:picChg chg="add del mod">
          <ac:chgData name="Pavlov, Slavi" userId="beee7578-9f22-4de8-9aa1-becc9a62e604" providerId="ADAL" clId="{D7397641-96CE-274F-AC0F-D90F5A9E08D9}" dt="2025-06-27T08:45:11.133" v="427" actId="478"/>
          <ac:picMkLst>
            <pc:docMk/>
            <pc:sldMk cId="4102293506" sldId="256"/>
            <ac:picMk id="25" creationId="{EF8FE211-C575-8AB9-6806-D59BCC005EA5}"/>
          </ac:picMkLst>
        </pc:picChg>
        <pc:picChg chg="add del mod">
          <ac:chgData name="Pavlov, Slavi" userId="beee7578-9f22-4de8-9aa1-becc9a62e604" providerId="ADAL" clId="{D7397641-96CE-274F-AC0F-D90F5A9E08D9}" dt="2025-06-27T08:46:27.517" v="429" actId="478"/>
          <ac:picMkLst>
            <pc:docMk/>
            <pc:sldMk cId="4102293506" sldId="256"/>
            <ac:picMk id="29" creationId="{1A824CD1-70A4-B992-F991-E4EFD843B15C}"/>
          </ac:picMkLst>
        </pc:picChg>
        <pc:picChg chg="add del mod">
          <ac:chgData name="Pavlov, Slavi" userId="beee7578-9f22-4de8-9aa1-becc9a62e604" providerId="ADAL" clId="{D7397641-96CE-274F-AC0F-D90F5A9E08D9}" dt="2025-06-27T08:47:43.724" v="431" actId="478"/>
          <ac:picMkLst>
            <pc:docMk/>
            <pc:sldMk cId="4102293506" sldId="256"/>
            <ac:picMk id="33" creationId="{E593F402-9FD4-4891-052B-CA912B2784DE}"/>
          </ac:picMkLst>
        </pc:picChg>
        <pc:picChg chg="add del mod">
          <ac:chgData name="Pavlov, Slavi" userId="beee7578-9f22-4de8-9aa1-becc9a62e604" providerId="ADAL" clId="{D7397641-96CE-274F-AC0F-D90F5A9E08D9}" dt="2025-06-27T08:48:10.858" v="434" actId="478"/>
          <ac:picMkLst>
            <pc:docMk/>
            <pc:sldMk cId="4102293506" sldId="256"/>
            <ac:picMk id="37" creationId="{79AA13E4-0882-6B69-8EE8-872F2BB3F8A3}"/>
          </ac:picMkLst>
        </pc:picChg>
        <pc:picChg chg="add del mod">
          <ac:chgData name="Pavlov, Slavi" userId="beee7578-9f22-4de8-9aa1-becc9a62e604" providerId="ADAL" clId="{D7397641-96CE-274F-AC0F-D90F5A9E08D9}" dt="2025-06-27T08:49:43.532" v="463" actId="478"/>
          <ac:picMkLst>
            <pc:docMk/>
            <pc:sldMk cId="4102293506" sldId="256"/>
            <ac:picMk id="41" creationId="{EBF2D86A-B631-C6E3-C8A6-ED930F4B4CB6}"/>
          </ac:picMkLst>
        </pc:picChg>
        <pc:picChg chg="add mod">
          <ac:chgData name="Pavlov, Slavi" userId="beee7578-9f22-4de8-9aa1-becc9a62e604" providerId="ADAL" clId="{D7397641-96CE-274F-AC0F-D90F5A9E08D9}" dt="2025-06-27T08:51:10.015" v="468" actId="931"/>
          <ac:picMkLst>
            <pc:docMk/>
            <pc:sldMk cId="4102293506" sldId="256"/>
            <ac:picMk id="45" creationId="{00550DA5-C0C1-8A16-6A60-AA92EAFB7BFB}"/>
          </ac:picMkLst>
        </pc:picChg>
        <pc:picChg chg="add mod">
          <ac:chgData name="Pavlov, Slavi" userId="beee7578-9f22-4de8-9aa1-becc9a62e604" providerId="ADAL" clId="{D7397641-96CE-274F-AC0F-D90F5A9E08D9}" dt="2025-06-27T08:52:27.797" v="472" actId="931"/>
          <ac:picMkLst>
            <pc:docMk/>
            <pc:sldMk cId="4102293506" sldId="256"/>
            <ac:picMk id="47" creationId="{A97E666F-DF7D-027D-EFD6-F15C8C254B34}"/>
          </ac:picMkLst>
        </pc:picChg>
        <pc:picChg chg="add del mod">
          <ac:chgData name="Pavlov, Slavi" userId="beee7578-9f22-4de8-9aa1-becc9a62e604" providerId="ADAL" clId="{D7397641-96CE-274F-AC0F-D90F5A9E08D9}" dt="2025-06-27T08:55:25.003" v="474" actId="478"/>
          <ac:picMkLst>
            <pc:docMk/>
            <pc:sldMk cId="4102293506" sldId="256"/>
            <ac:picMk id="49" creationId="{3218FFA8-D394-A249-3667-5B0A9E128158}"/>
          </ac:picMkLst>
        </pc:picChg>
        <pc:picChg chg="add del mod">
          <ac:chgData name="Pavlov, Slavi" userId="beee7578-9f22-4de8-9aa1-becc9a62e604" providerId="ADAL" clId="{D7397641-96CE-274F-AC0F-D90F5A9E08D9}" dt="2025-06-27T08:56:46.628" v="478" actId="478"/>
          <ac:picMkLst>
            <pc:docMk/>
            <pc:sldMk cId="4102293506" sldId="256"/>
            <ac:picMk id="53" creationId="{41EFBC3A-CBA5-A47A-C76A-7D2AD3AB4D14}"/>
          </ac:picMkLst>
        </pc:picChg>
        <pc:picChg chg="add del mod">
          <ac:chgData name="Pavlov, Slavi" userId="beee7578-9f22-4de8-9aa1-becc9a62e604" providerId="ADAL" clId="{D7397641-96CE-274F-AC0F-D90F5A9E08D9}" dt="2025-06-27T08:57:21.389" v="480" actId="478"/>
          <ac:picMkLst>
            <pc:docMk/>
            <pc:sldMk cId="4102293506" sldId="256"/>
            <ac:picMk id="57" creationId="{3F63A90D-9F66-069E-6E89-89D2B6F7800F}"/>
          </ac:picMkLst>
        </pc:picChg>
        <pc:picChg chg="add del mod">
          <ac:chgData name="Pavlov, Slavi" userId="beee7578-9f22-4de8-9aa1-becc9a62e604" providerId="ADAL" clId="{D7397641-96CE-274F-AC0F-D90F5A9E08D9}" dt="2025-06-27T08:57:44.776" v="482" actId="478"/>
          <ac:picMkLst>
            <pc:docMk/>
            <pc:sldMk cId="4102293506" sldId="256"/>
            <ac:picMk id="61" creationId="{C7CD6AE0-C10B-5F1D-AC4C-22AC819C0BA4}"/>
          </ac:picMkLst>
        </pc:picChg>
        <pc:picChg chg="add del mod">
          <ac:chgData name="Pavlov, Slavi" userId="beee7578-9f22-4de8-9aa1-becc9a62e604" providerId="ADAL" clId="{D7397641-96CE-274F-AC0F-D90F5A9E08D9}" dt="2025-06-27T08:58:41.319" v="484" actId="478"/>
          <ac:picMkLst>
            <pc:docMk/>
            <pc:sldMk cId="4102293506" sldId="256"/>
            <ac:picMk id="65" creationId="{384E7F2C-5EEC-45E6-F19B-0BDE43EC249C}"/>
          </ac:picMkLst>
        </pc:picChg>
        <pc:picChg chg="add del mod">
          <ac:chgData name="Pavlov, Slavi" userId="beee7578-9f22-4de8-9aa1-becc9a62e604" providerId="ADAL" clId="{D7397641-96CE-274F-AC0F-D90F5A9E08D9}" dt="2025-06-27T08:58:52.335" v="486" actId="478"/>
          <ac:picMkLst>
            <pc:docMk/>
            <pc:sldMk cId="4102293506" sldId="256"/>
            <ac:picMk id="69" creationId="{EB5EE396-68A5-AF7A-B22F-FA030A8FBD06}"/>
          </ac:picMkLst>
        </pc:picChg>
        <pc:picChg chg="add del mod">
          <ac:chgData name="Pavlov, Slavi" userId="beee7578-9f22-4de8-9aa1-becc9a62e604" providerId="ADAL" clId="{D7397641-96CE-274F-AC0F-D90F5A9E08D9}" dt="2025-06-27T08:59:00.923" v="488" actId="478"/>
          <ac:picMkLst>
            <pc:docMk/>
            <pc:sldMk cId="4102293506" sldId="256"/>
            <ac:picMk id="73" creationId="{E69B8720-FDBA-6B9C-0CCB-BA841E0464D1}"/>
          </ac:picMkLst>
        </pc:picChg>
        <pc:picChg chg="add del mod">
          <ac:chgData name="Pavlov, Slavi" userId="beee7578-9f22-4de8-9aa1-becc9a62e604" providerId="ADAL" clId="{D7397641-96CE-274F-AC0F-D90F5A9E08D9}" dt="2025-06-27T08:59:19.470" v="492" actId="478"/>
          <ac:picMkLst>
            <pc:docMk/>
            <pc:sldMk cId="4102293506" sldId="256"/>
            <ac:picMk id="77" creationId="{2C8F7395-F2B2-6D44-E1DD-EB10B0E5F323}"/>
          </ac:picMkLst>
        </pc:picChg>
        <pc:picChg chg="add del mod">
          <ac:chgData name="Pavlov, Slavi" userId="beee7578-9f22-4de8-9aa1-becc9a62e604" providerId="ADAL" clId="{D7397641-96CE-274F-AC0F-D90F5A9E08D9}" dt="2025-06-27T08:59:27.526" v="494" actId="478"/>
          <ac:picMkLst>
            <pc:docMk/>
            <pc:sldMk cId="4102293506" sldId="256"/>
            <ac:picMk id="81" creationId="{BB65FB7D-4A44-9DD7-3CB7-AB82FF868110}"/>
          </ac:picMkLst>
        </pc:picChg>
        <pc:picChg chg="add del mod">
          <ac:chgData name="Pavlov, Slavi" userId="beee7578-9f22-4de8-9aa1-becc9a62e604" providerId="ADAL" clId="{D7397641-96CE-274F-AC0F-D90F5A9E08D9}" dt="2025-06-27T08:59:46.706" v="496" actId="478"/>
          <ac:picMkLst>
            <pc:docMk/>
            <pc:sldMk cId="4102293506" sldId="256"/>
            <ac:picMk id="85" creationId="{338B6882-EB32-CA06-4E91-3DF4B84EFFA6}"/>
          </ac:picMkLst>
        </pc:picChg>
        <pc:picChg chg="add del mod">
          <ac:chgData name="Pavlov, Slavi" userId="beee7578-9f22-4de8-9aa1-becc9a62e604" providerId="ADAL" clId="{D7397641-96CE-274F-AC0F-D90F5A9E08D9}" dt="2025-06-27T09:00:10.856" v="498" actId="478"/>
          <ac:picMkLst>
            <pc:docMk/>
            <pc:sldMk cId="4102293506" sldId="256"/>
            <ac:picMk id="89" creationId="{1D4F2E94-31C7-9E63-CC08-EBD5C56EA418}"/>
          </ac:picMkLst>
        </pc:picChg>
        <pc:picChg chg="add mod">
          <ac:chgData name="Pavlov, Slavi" userId="beee7578-9f22-4de8-9aa1-becc9a62e604" providerId="ADAL" clId="{D7397641-96CE-274F-AC0F-D90F5A9E08D9}" dt="2025-06-27T09:00:20.565" v="499" actId="931"/>
          <ac:picMkLst>
            <pc:docMk/>
            <pc:sldMk cId="4102293506" sldId="256"/>
            <ac:picMk id="93" creationId="{424B1F50-2B0B-1996-3FA4-F45F913C1006}"/>
          </ac:picMkLst>
        </pc:picChg>
      </pc:sldChg>
      <pc:sldChg chg="modSp new del mod">
        <pc:chgData name="Pavlov, Slavi" userId="beee7578-9f22-4de8-9aa1-becc9a62e604" providerId="ADAL" clId="{D7397641-96CE-274F-AC0F-D90F5A9E08D9}" dt="2025-06-27T08:36:28.974" v="407" actId="2696"/>
        <pc:sldMkLst>
          <pc:docMk/>
          <pc:sldMk cId="1932281032" sldId="257"/>
        </pc:sldMkLst>
        <pc:spChg chg="mod">
          <ac:chgData name="Pavlov, Slavi" userId="beee7578-9f22-4de8-9aa1-becc9a62e604" providerId="ADAL" clId="{D7397641-96CE-274F-AC0F-D90F5A9E08D9}" dt="2025-06-27T08:34:10.686" v="342" actId="21"/>
          <ac:spMkLst>
            <pc:docMk/>
            <pc:sldMk cId="1932281032" sldId="257"/>
            <ac:spMk id="2" creationId="{14EA9957-58FB-43E8-6E4B-6D890762489D}"/>
          </ac:spMkLst>
        </pc:spChg>
        <pc:spChg chg="mod">
          <ac:chgData name="Pavlov, Slavi" userId="beee7578-9f22-4de8-9aa1-becc9a62e604" providerId="ADAL" clId="{D7397641-96CE-274F-AC0F-D90F5A9E08D9}" dt="2025-06-27T08:15:32.104" v="136" actId="20577"/>
          <ac:spMkLst>
            <pc:docMk/>
            <pc:sldMk cId="1932281032" sldId="257"/>
            <ac:spMk id="3" creationId="{591E4CFA-6C97-6AF8-FD46-D653D2B443FD}"/>
          </ac:spMkLst>
        </pc:spChg>
      </pc:sldChg>
      <pc:sldChg chg="addSp delSp modSp new mod modTransition">
        <pc:chgData name="Pavlov, Slavi" userId="beee7578-9f22-4de8-9aa1-becc9a62e604" providerId="ADAL" clId="{D7397641-96CE-274F-AC0F-D90F5A9E08D9}" dt="2025-06-27T09:27:32.580" v="787" actId="1076"/>
        <pc:sldMkLst>
          <pc:docMk/>
          <pc:sldMk cId="3427948470" sldId="258"/>
        </pc:sldMkLst>
        <pc:spChg chg="mod">
          <ac:chgData name="Pavlov, Slavi" userId="beee7578-9f22-4de8-9aa1-becc9a62e604" providerId="ADAL" clId="{D7397641-96CE-274F-AC0F-D90F5A9E08D9}" dt="2025-06-27T08:15:50.133" v="158" actId="20577"/>
          <ac:spMkLst>
            <pc:docMk/>
            <pc:sldMk cId="3427948470" sldId="258"/>
            <ac:spMk id="2" creationId="{2DE53FC1-B1A3-14FF-E966-2FA636861D87}"/>
          </ac:spMkLst>
        </pc:spChg>
        <pc:spChg chg="del mod">
          <ac:chgData name="Pavlov, Slavi" userId="beee7578-9f22-4de8-9aa1-becc9a62e604" providerId="ADAL" clId="{D7397641-96CE-274F-AC0F-D90F5A9E08D9}" dt="2025-06-27T08:18:23.883" v="243" actId="478"/>
          <ac:spMkLst>
            <pc:docMk/>
            <pc:sldMk cId="3427948470" sldId="258"/>
            <ac:spMk id="3" creationId="{4292904B-17BB-9BC7-065C-36E1FB02C780}"/>
          </ac:spMkLst>
        </pc:spChg>
        <pc:spChg chg="add del">
          <ac:chgData name="Pavlov, Slavi" userId="beee7578-9f22-4de8-9aa1-becc9a62e604" providerId="ADAL" clId="{D7397641-96CE-274F-AC0F-D90F5A9E08D9}" dt="2025-06-27T08:27:39.708" v="279" actId="478"/>
          <ac:spMkLst>
            <pc:docMk/>
            <pc:sldMk cId="3427948470" sldId="258"/>
            <ac:spMk id="4" creationId="{9A7A0106-CE0D-6724-07B8-DF0F8F5BD8AA}"/>
          </ac:spMkLst>
        </pc:spChg>
        <pc:spChg chg="add del mod">
          <ac:chgData name="Pavlov, Slavi" userId="beee7578-9f22-4de8-9aa1-becc9a62e604" providerId="ADAL" clId="{D7397641-96CE-274F-AC0F-D90F5A9E08D9}" dt="2025-06-27T08:28:51.794" v="286" actId="478"/>
          <ac:spMkLst>
            <pc:docMk/>
            <pc:sldMk cId="3427948470" sldId="258"/>
            <ac:spMk id="5" creationId="{3FD81649-66DA-3C39-D7FF-53CA457716FF}"/>
          </ac:spMkLst>
        </pc:spChg>
        <pc:picChg chg="add del">
          <ac:chgData name="Pavlov, Slavi" userId="beee7578-9f22-4de8-9aa1-becc9a62e604" providerId="ADAL" clId="{D7397641-96CE-274F-AC0F-D90F5A9E08D9}" dt="2025-06-27T08:20:17.648" v="245" actId="478"/>
          <ac:picMkLst>
            <pc:docMk/>
            <pc:sldMk cId="3427948470" sldId="258"/>
            <ac:picMk id="1026" creationId="{E0BCB732-A795-42D9-2ECC-97F71B2E322B}"/>
          </ac:picMkLst>
        </pc:picChg>
        <pc:picChg chg="add del mod">
          <ac:chgData name="Pavlov, Slavi" userId="beee7578-9f22-4de8-9aa1-becc9a62e604" providerId="ADAL" clId="{D7397641-96CE-274F-AC0F-D90F5A9E08D9}" dt="2025-06-27T08:20:51.471" v="248" actId="478"/>
          <ac:picMkLst>
            <pc:docMk/>
            <pc:sldMk cId="3427948470" sldId="258"/>
            <ac:picMk id="1028" creationId="{51F4C42E-3202-B254-BD0B-029840C070DF}"/>
          </ac:picMkLst>
        </pc:picChg>
        <pc:picChg chg="add mod">
          <ac:chgData name="Pavlov, Slavi" userId="beee7578-9f22-4de8-9aa1-becc9a62e604" providerId="ADAL" clId="{D7397641-96CE-274F-AC0F-D90F5A9E08D9}" dt="2025-06-27T08:22:47.678" v="253" actId="1076"/>
          <ac:picMkLst>
            <pc:docMk/>
            <pc:sldMk cId="3427948470" sldId="258"/>
            <ac:picMk id="1030" creationId="{7821DA3C-145B-F4B2-A4AE-ABF4C3E04805}"/>
          </ac:picMkLst>
        </pc:picChg>
        <pc:picChg chg="add del">
          <ac:chgData name="Pavlov, Slavi" userId="beee7578-9f22-4de8-9aa1-becc9a62e604" providerId="ADAL" clId="{D7397641-96CE-274F-AC0F-D90F5A9E08D9}" dt="2025-06-27T08:23:28.529" v="255" actId="478"/>
          <ac:picMkLst>
            <pc:docMk/>
            <pc:sldMk cId="3427948470" sldId="258"/>
            <ac:picMk id="1032" creationId="{4951281E-48DF-0A8C-26E1-26C98B37BEF1}"/>
          </ac:picMkLst>
        </pc:picChg>
        <pc:picChg chg="add del">
          <ac:chgData name="Pavlov, Slavi" userId="beee7578-9f22-4de8-9aa1-becc9a62e604" providerId="ADAL" clId="{D7397641-96CE-274F-AC0F-D90F5A9E08D9}" dt="2025-06-27T08:23:44.333" v="257" actId="478"/>
          <ac:picMkLst>
            <pc:docMk/>
            <pc:sldMk cId="3427948470" sldId="258"/>
            <ac:picMk id="1034" creationId="{3BDA8C53-8871-5002-BCF2-3BABD245B234}"/>
          </ac:picMkLst>
        </pc:picChg>
        <pc:picChg chg="add mod">
          <ac:chgData name="Pavlov, Slavi" userId="beee7578-9f22-4de8-9aa1-becc9a62e604" providerId="ADAL" clId="{D7397641-96CE-274F-AC0F-D90F5A9E08D9}" dt="2025-06-27T08:25:38.056" v="269" actId="1076"/>
          <ac:picMkLst>
            <pc:docMk/>
            <pc:sldMk cId="3427948470" sldId="258"/>
            <ac:picMk id="1036" creationId="{0182F2EA-8597-12FE-B1DE-2CE9315ED190}"/>
          </ac:picMkLst>
        </pc:picChg>
        <pc:picChg chg="add mod">
          <ac:chgData name="Pavlov, Slavi" userId="beee7578-9f22-4de8-9aa1-becc9a62e604" providerId="ADAL" clId="{D7397641-96CE-274F-AC0F-D90F5A9E08D9}" dt="2025-06-27T08:25:33.373" v="268" actId="1076"/>
          <ac:picMkLst>
            <pc:docMk/>
            <pc:sldMk cId="3427948470" sldId="258"/>
            <ac:picMk id="1038" creationId="{80A02996-CCCB-425D-1A8D-7931C95FFAFA}"/>
          </ac:picMkLst>
        </pc:picChg>
        <pc:picChg chg="add mod">
          <ac:chgData name="Pavlov, Slavi" userId="beee7578-9f22-4de8-9aa1-becc9a62e604" providerId="ADAL" clId="{D7397641-96CE-274F-AC0F-D90F5A9E08D9}" dt="2025-06-27T09:25:40.581" v="780" actId="166"/>
          <ac:picMkLst>
            <pc:docMk/>
            <pc:sldMk cId="3427948470" sldId="258"/>
            <ac:picMk id="1040" creationId="{5187E89A-FD50-4776-E04A-045E8E13B9A5}"/>
          </ac:picMkLst>
        </pc:picChg>
        <pc:picChg chg="add del">
          <ac:chgData name="Pavlov, Slavi" userId="beee7578-9f22-4de8-9aa1-becc9a62e604" providerId="ADAL" clId="{D7397641-96CE-274F-AC0F-D90F5A9E08D9}" dt="2025-06-27T08:26:49.494" v="275" actId="478"/>
          <ac:picMkLst>
            <pc:docMk/>
            <pc:sldMk cId="3427948470" sldId="258"/>
            <ac:picMk id="1042" creationId="{B9273D8F-82DA-3856-8CDC-101CEB1EC84A}"/>
          </ac:picMkLst>
        </pc:picChg>
        <pc:picChg chg="add del">
          <ac:chgData name="Pavlov, Slavi" userId="beee7578-9f22-4de8-9aa1-becc9a62e604" providerId="ADAL" clId="{D7397641-96CE-274F-AC0F-D90F5A9E08D9}" dt="2025-06-27T08:27:18.908" v="277" actId="478"/>
          <ac:picMkLst>
            <pc:docMk/>
            <pc:sldMk cId="3427948470" sldId="258"/>
            <ac:picMk id="1044" creationId="{FCCC26BF-61BE-9791-843F-8A01328D3AF8}"/>
          </ac:picMkLst>
        </pc:picChg>
        <pc:picChg chg="add mod">
          <ac:chgData name="Pavlov, Slavi" userId="beee7578-9f22-4de8-9aa1-becc9a62e604" providerId="ADAL" clId="{D7397641-96CE-274F-AC0F-D90F5A9E08D9}" dt="2025-06-27T08:28:12.234" v="283" actId="1076"/>
          <ac:picMkLst>
            <pc:docMk/>
            <pc:sldMk cId="3427948470" sldId="258"/>
            <ac:picMk id="1048" creationId="{54E4B607-6E52-FA35-FAD2-998632828A19}"/>
          </ac:picMkLst>
        </pc:picChg>
        <pc:picChg chg="add del">
          <ac:chgData name="Pavlov, Slavi" userId="beee7578-9f22-4de8-9aa1-becc9a62e604" providerId="ADAL" clId="{D7397641-96CE-274F-AC0F-D90F5A9E08D9}" dt="2025-06-27T08:29:02.530" v="288" actId="478"/>
          <ac:picMkLst>
            <pc:docMk/>
            <pc:sldMk cId="3427948470" sldId="258"/>
            <ac:picMk id="1052" creationId="{F3A56068-0DDB-CE13-E8A2-D88FD1A7E4C5}"/>
          </ac:picMkLst>
        </pc:picChg>
        <pc:picChg chg="add mod">
          <ac:chgData name="Pavlov, Slavi" userId="beee7578-9f22-4de8-9aa1-becc9a62e604" providerId="ADAL" clId="{D7397641-96CE-274F-AC0F-D90F5A9E08D9}" dt="2025-06-27T09:25:36.036" v="779" actId="166"/>
          <ac:picMkLst>
            <pc:docMk/>
            <pc:sldMk cId="3427948470" sldId="258"/>
            <ac:picMk id="1054" creationId="{3B899A54-B925-A2D0-369E-058273E25F96}"/>
          </ac:picMkLst>
        </pc:picChg>
        <pc:picChg chg="add del">
          <ac:chgData name="Pavlov, Slavi" userId="beee7578-9f22-4de8-9aa1-becc9a62e604" providerId="ADAL" clId="{D7397641-96CE-274F-AC0F-D90F5A9E08D9}" dt="2025-06-27T09:22:21.664" v="762" actId="478"/>
          <ac:picMkLst>
            <pc:docMk/>
            <pc:sldMk cId="3427948470" sldId="258"/>
            <ac:picMk id="1056" creationId="{325EFCF7-E8CA-E40D-CA6D-F6A53E55B8D0}"/>
          </ac:picMkLst>
        </pc:picChg>
        <pc:picChg chg="add del">
          <ac:chgData name="Pavlov, Slavi" userId="beee7578-9f22-4de8-9aa1-becc9a62e604" providerId="ADAL" clId="{D7397641-96CE-274F-AC0F-D90F5A9E08D9}" dt="2025-06-27T09:23:18.730" v="764" actId="478"/>
          <ac:picMkLst>
            <pc:docMk/>
            <pc:sldMk cId="3427948470" sldId="258"/>
            <ac:picMk id="1058" creationId="{CB6FEC2D-1807-2C7A-BE6C-717F899E7FE9}"/>
          </ac:picMkLst>
        </pc:picChg>
        <pc:picChg chg="add del">
          <ac:chgData name="Pavlov, Slavi" userId="beee7578-9f22-4de8-9aa1-becc9a62e604" providerId="ADAL" clId="{D7397641-96CE-274F-AC0F-D90F5A9E08D9}" dt="2025-06-27T09:23:30.871" v="766" actId="478"/>
          <ac:picMkLst>
            <pc:docMk/>
            <pc:sldMk cId="3427948470" sldId="258"/>
            <ac:picMk id="1060" creationId="{2FFD5356-D934-4B9E-C2A7-BE9D36F85E26}"/>
          </ac:picMkLst>
        </pc:picChg>
        <pc:picChg chg="add mod">
          <ac:chgData name="Pavlov, Slavi" userId="beee7578-9f22-4de8-9aa1-becc9a62e604" providerId="ADAL" clId="{D7397641-96CE-274F-AC0F-D90F5A9E08D9}" dt="2025-06-27T09:25:53" v="782" actId="1076"/>
          <ac:picMkLst>
            <pc:docMk/>
            <pc:sldMk cId="3427948470" sldId="258"/>
            <ac:picMk id="1062" creationId="{D70F21BD-6DBB-A783-CEC9-AE24A869E083}"/>
          </ac:picMkLst>
        </pc:picChg>
        <pc:picChg chg="add mod">
          <ac:chgData name="Pavlov, Slavi" userId="beee7578-9f22-4de8-9aa1-becc9a62e604" providerId="ADAL" clId="{D7397641-96CE-274F-AC0F-D90F5A9E08D9}" dt="2025-06-27T09:25:45.219" v="781" actId="1076"/>
          <ac:picMkLst>
            <pc:docMk/>
            <pc:sldMk cId="3427948470" sldId="258"/>
            <ac:picMk id="1064" creationId="{4941127B-F5FD-C779-711C-3986D60A1735}"/>
          </ac:picMkLst>
        </pc:picChg>
        <pc:picChg chg="add del">
          <ac:chgData name="Pavlov, Slavi" userId="beee7578-9f22-4de8-9aa1-becc9a62e604" providerId="ADAL" clId="{D7397641-96CE-274F-AC0F-D90F5A9E08D9}" dt="2025-06-27T09:27:07.729" v="784" actId="478"/>
          <ac:picMkLst>
            <pc:docMk/>
            <pc:sldMk cId="3427948470" sldId="258"/>
            <ac:picMk id="1066" creationId="{97330E1A-0EAF-0656-13AC-D571B67FA6BC}"/>
          </ac:picMkLst>
        </pc:picChg>
        <pc:picChg chg="add mod">
          <ac:chgData name="Pavlov, Slavi" userId="beee7578-9f22-4de8-9aa1-becc9a62e604" providerId="ADAL" clId="{D7397641-96CE-274F-AC0F-D90F5A9E08D9}" dt="2025-06-27T09:27:32.580" v="787" actId="1076"/>
          <ac:picMkLst>
            <pc:docMk/>
            <pc:sldMk cId="3427948470" sldId="258"/>
            <ac:picMk id="1068" creationId="{83E0F254-34CB-2B5A-9D71-EBCDA3A69B77}"/>
          </ac:picMkLst>
        </pc:picChg>
      </pc:sldChg>
      <pc:sldChg chg="addSp delSp modSp new mod modTransition">
        <pc:chgData name="Pavlov, Slavi" userId="beee7578-9f22-4de8-9aa1-becc9a62e604" providerId="ADAL" clId="{D7397641-96CE-274F-AC0F-D90F5A9E08D9}" dt="2025-06-27T09:17:31.520" v="759"/>
        <pc:sldMkLst>
          <pc:docMk/>
          <pc:sldMk cId="1114543813" sldId="259"/>
        </pc:sldMkLst>
        <pc:spChg chg="del mod">
          <ac:chgData name="Pavlov, Slavi" userId="beee7578-9f22-4de8-9aa1-becc9a62e604" providerId="ADAL" clId="{D7397641-96CE-274F-AC0F-D90F5A9E08D9}" dt="2025-06-27T09:13:51.970" v="750" actId="478"/>
          <ac:spMkLst>
            <pc:docMk/>
            <pc:sldMk cId="1114543813" sldId="259"/>
            <ac:spMk id="2" creationId="{FB4FA615-2FF2-B0D4-D1B0-90EC16F1B39B}"/>
          </ac:spMkLst>
        </pc:spChg>
        <pc:spChg chg="del">
          <ac:chgData name="Pavlov, Slavi" userId="beee7578-9f22-4de8-9aa1-becc9a62e604" providerId="ADAL" clId="{D7397641-96CE-274F-AC0F-D90F5A9E08D9}" dt="2025-06-27T09:13:53.394" v="751" actId="478"/>
          <ac:spMkLst>
            <pc:docMk/>
            <pc:sldMk cId="1114543813" sldId="259"/>
            <ac:spMk id="3" creationId="{07E0191F-E671-D013-57FB-220E07831973}"/>
          </ac:spMkLst>
        </pc:spChg>
        <pc:spChg chg="add del">
          <ac:chgData name="Pavlov, Slavi" userId="beee7578-9f22-4de8-9aa1-becc9a62e604" providerId="ADAL" clId="{D7397641-96CE-274F-AC0F-D90F5A9E08D9}" dt="2025-06-27T08:16:14.956" v="186" actId="22"/>
          <ac:spMkLst>
            <pc:docMk/>
            <pc:sldMk cId="1114543813" sldId="259"/>
            <ac:spMk id="5" creationId="{A11C990F-A48D-F745-8798-6099F2166C0A}"/>
          </ac:spMkLst>
        </pc:spChg>
        <pc:picChg chg="add">
          <ac:chgData name="Pavlov, Slavi" userId="beee7578-9f22-4de8-9aa1-becc9a62e604" providerId="ADAL" clId="{D7397641-96CE-274F-AC0F-D90F5A9E08D9}" dt="2025-06-27T09:13:57.983" v="752"/>
          <ac:picMkLst>
            <pc:docMk/>
            <pc:sldMk cId="1114543813" sldId="259"/>
            <ac:picMk id="2050" creationId="{D57CB2FD-EF8C-B5AA-598C-4FACC0D03024}"/>
          </ac:picMkLst>
        </pc:picChg>
      </pc:sldChg>
      <pc:sldChg chg="modSp new del mod">
        <pc:chgData name="Pavlov, Slavi" userId="beee7578-9f22-4de8-9aa1-becc9a62e604" providerId="ADAL" clId="{D7397641-96CE-274F-AC0F-D90F5A9E08D9}" dt="2025-06-27T09:14:14.873" v="753" actId="2696"/>
        <pc:sldMkLst>
          <pc:docMk/>
          <pc:sldMk cId="1240267923" sldId="260"/>
        </pc:sldMkLst>
        <pc:spChg chg="mod">
          <ac:chgData name="Pavlov, Slavi" userId="beee7578-9f22-4de8-9aa1-becc9a62e604" providerId="ADAL" clId="{D7397641-96CE-274F-AC0F-D90F5A9E08D9}" dt="2025-06-27T08:16:21.594" v="199" actId="20577"/>
          <ac:spMkLst>
            <pc:docMk/>
            <pc:sldMk cId="1240267923" sldId="260"/>
            <ac:spMk id="2" creationId="{87E49E7F-4608-ECE5-D361-ADFD2B07AB11}"/>
          </ac:spMkLst>
        </pc:spChg>
      </pc:sldChg>
      <pc:sldChg chg="delSp modSp new mod modTransition">
        <pc:chgData name="Pavlov, Slavi" userId="beee7578-9f22-4de8-9aa1-becc9a62e604" providerId="ADAL" clId="{D7397641-96CE-274F-AC0F-D90F5A9E08D9}" dt="2025-06-27T09:17:34.872" v="760"/>
        <pc:sldMkLst>
          <pc:docMk/>
          <pc:sldMk cId="4046509044" sldId="261"/>
        </pc:sldMkLst>
        <pc:spChg chg="mod">
          <ac:chgData name="Pavlov, Slavi" userId="beee7578-9f22-4de8-9aa1-becc9a62e604" providerId="ADAL" clId="{D7397641-96CE-274F-AC0F-D90F5A9E08D9}" dt="2025-06-27T08:17:23.740" v="226" actId="1076"/>
          <ac:spMkLst>
            <pc:docMk/>
            <pc:sldMk cId="4046509044" sldId="261"/>
            <ac:spMk id="2" creationId="{A04863BA-AD1D-0828-3388-57C15493FB4F}"/>
          </ac:spMkLst>
        </pc:spChg>
        <pc:spChg chg="del">
          <ac:chgData name="Pavlov, Slavi" userId="beee7578-9f22-4de8-9aa1-becc9a62e604" providerId="ADAL" clId="{D7397641-96CE-274F-AC0F-D90F5A9E08D9}" dt="2025-06-27T08:17:14.245" v="225" actId="478"/>
          <ac:spMkLst>
            <pc:docMk/>
            <pc:sldMk cId="4046509044" sldId="261"/>
            <ac:spMk id="3" creationId="{F3A424E8-0ADE-1470-BC14-99587C74FA97}"/>
          </ac:spMkLst>
        </pc:spChg>
      </pc:sldChg>
      <pc:sldChg chg="delSp modSp add mod modTransition">
        <pc:chgData name="Pavlov, Slavi" userId="beee7578-9f22-4de8-9aa1-becc9a62e604" providerId="ADAL" clId="{D7397641-96CE-274F-AC0F-D90F5A9E08D9}" dt="2025-06-27T09:17:25.770" v="756"/>
        <pc:sldMkLst>
          <pc:docMk/>
          <pc:sldMk cId="3316874168" sldId="402"/>
        </pc:sldMkLst>
        <pc:spChg chg="mod">
          <ac:chgData name="Pavlov, Slavi" userId="beee7578-9f22-4de8-9aa1-becc9a62e604" providerId="ADAL" clId="{D7397641-96CE-274F-AC0F-D90F5A9E08D9}" dt="2025-06-27T08:31:34.483" v="320" actId="20577"/>
          <ac:spMkLst>
            <pc:docMk/>
            <pc:sldMk cId="3316874168" sldId="402"/>
            <ac:spMk id="2" creationId="{E0BFCFDD-1D42-358F-BC70-8570C4C662EF}"/>
          </ac:spMkLst>
        </pc:spChg>
        <pc:spChg chg="del">
          <ac:chgData name="Pavlov, Slavi" userId="beee7578-9f22-4de8-9aa1-becc9a62e604" providerId="ADAL" clId="{D7397641-96CE-274F-AC0F-D90F5A9E08D9}" dt="2025-06-27T08:33:10.704" v="335" actId="478"/>
          <ac:spMkLst>
            <pc:docMk/>
            <pc:sldMk cId="3316874168" sldId="402"/>
            <ac:spMk id="8" creationId="{80DF230B-0E63-B973-49FD-136265D25CED}"/>
          </ac:spMkLst>
        </pc:spChg>
        <pc:spChg chg="mod">
          <ac:chgData name="Pavlov, Slavi" userId="beee7578-9f22-4de8-9aa1-becc9a62e604" providerId="ADAL" clId="{D7397641-96CE-274F-AC0F-D90F5A9E08D9}" dt="2025-06-27T08:33:32.484" v="339" actId="20577"/>
          <ac:spMkLst>
            <pc:docMk/>
            <pc:sldMk cId="3316874168" sldId="402"/>
            <ac:spMk id="14" creationId="{134752C8-1E80-B141-5BC9-264FD3E5257B}"/>
          </ac:spMkLst>
        </pc:spChg>
        <pc:picChg chg="mod">
          <ac:chgData name="Pavlov, Slavi" userId="beee7578-9f22-4de8-9aa1-becc9a62e604" providerId="ADAL" clId="{D7397641-96CE-274F-AC0F-D90F5A9E08D9}" dt="2025-06-27T08:33:20.095" v="336" actId="14100"/>
          <ac:picMkLst>
            <pc:docMk/>
            <pc:sldMk cId="3316874168" sldId="402"/>
            <ac:picMk id="18" creationId="{6D39BC90-CF11-3E9B-D0F0-AE61667F4A13}"/>
          </ac:picMkLst>
        </pc:picChg>
      </pc:sldChg>
      <pc:sldChg chg="delSp modSp add mod modTransition">
        <pc:chgData name="Pavlov, Slavi" userId="beee7578-9f22-4de8-9aa1-becc9a62e604" providerId="ADAL" clId="{D7397641-96CE-274F-AC0F-D90F5A9E08D9}" dt="2025-06-27T09:17:23.685" v="755"/>
        <pc:sldMkLst>
          <pc:docMk/>
          <pc:sldMk cId="3909952961" sldId="403"/>
        </pc:sldMkLst>
        <pc:spChg chg="mod">
          <ac:chgData name="Pavlov, Slavi" userId="beee7578-9f22-4de8-9aa1-becc9a62e604" providerId="ADAL" clId="{D7397641-96CE-274F-AC0F-D90F5A9E08D9}" dt="2025-06-27T08:36:14.035" v="405" actId="255"/>
          <ac:spMkLst>
            <pc:docMk/>
            <pc:sldMk cId="3909952961" sldId="403"/>
            <ac:spMk id="2" creationId="{A4936ECB-05AC-A74B-96D9-76DA733C57B5}"/>
          </ac:spMkLst>
        </pc:spChg>
        <pc:spChg chg="del mod">
          <ac:chgData name="Pavlov, Slavi" userId="beee7578-9f22-4de8-9aa1-becc9a62e604" providerId="ADAL" clId="{D7397641-96CE-274F-AC0F-D90F5A9E08D9}" dt="2025-06-27T08:35:43.762" v="400" actId="478"/>
          <ac:spMkLst>
            <pc:docMk/>
            <pc:sldMk cId="3909952961" sldId="403"/>
            <ac:spMk id="6" creationId="{3C1E9B7C-80CB-5CC2-EF29-D93EF163FB71}"/>
          </ac:spMkLst>
        </pc:spChg>
        <pc:spChg chg="mod">
          <ac:chgData name="Pavlov, Slavi" userId="beee7578-9f22-4de8-9aa1-becc9a62e604" providerId="ADAL" clId="{D7397641-96CE-274F-AC0F-D90F5A9E08D9}" dt="2025-06-27T08:36:00.586" v="403" actId="1076"/>
          <ac:spMkLst>
            <pc:docMk/>
            <pc:sldMk cId="3909952961" sldId="403"/>
            <ac:spMk id="12" creationId="{B43FB1E2-2A51-9E49-96FF-CCFD6C6CA0D7}"/>
          </ac:spMkLst>
        </pc:spChg>
        <pc:spChg chg="mod">
          <ac:chgData name="Pavlov, Slavi" userId="beee7578-9f22-4de8-9aa1-becc9a62e604" providerId="ADAL" clId="{D7397641-96CE-274F-AC0F-D90F5A9E08D9}" dt="2025-06-27T08:35:57.454" v="402" actId="1076"/>
          <ac:spMkLst>
            <pc:docMk/>
            <pc:sldMk cId="3909952961" sldId="403"/>
            <ac:spMk id="14" creationId="{B82E6658-9C8D-9E40-AD14-587B6DD2FBCA}"/>
          </ac:spMkLst>
        </pc:spChg>
        <pc:spChg chg="mod">
          <ac:chgData name="Pavlov, Slavi" userId="beee7578-9f22-4de8-9aa1-becc9a62e604" providerId="ADAL" clId="{D7397641-96CE-274F-AC0F-D90F5A9E08D9}" dt="2025-06-27T08:36:07.193" v="404" actId="1076"/>
          <ac:spMkLst>
            <pc:docMk/>
            <pc:sldMk cId="3909952961" sldId="403"/>
            <ac:spMk id="16" creationId="{A1496345-2F8A-D948-9469-CCB5FC32DBEF}"/>
          </ac:spMkLst>
        </pc:spChg>
        <pc:spChg chg="del">
          <ac:chgData name="Pavlov, Slavi" userId="beee7578-9f22-4de8-9aa1-becc9a62e604" providerId="ADAL" clId="{D7397641-96CE-274F-AC0F-D90F5A9E08D9}" dt="2025-06-27T08:35:46.530" v="401" actId="478"/>
          <ac:spMkLst>
            <pc:docMk/>
            <pc:sldMk cId="3909952961" sldId="403"/>
            <ac:spMk id="18" creationId="{1EFD6AC7-C294-6041-BE2C-C46605501EC3}"/>
          </ac:spMkLst>
        </pc:spChg>
      </pc:sldChg>
      <pc:sldChg chg="new del">
        <pc:chgData name="Pavlov, Slavi" userId="beee7578-9f22-4de8-9aa1-becc9a62e604" providerId="ADAL" clId="{D7397641-96CE-274F-AC0F-D90F5A9E08D9}" dt="2025-06-27T08:36:47.674" v="409" actId="2696"/>
        <pc:sldMkLst>
          <pc:docMk/>
          <pc:sldMk cId="1463406076" sldId="404"/>
        </pc:sldMkLst>
      </pc:sldChg>
      <pc:sldChg chg="new del">
        <pc:chgData name="Pavlov, Slavi" userId="beee7578-9f22-4de8-9aa1-becc9a62e604" providerId="ADAL" clId="{D7397641-96CE-274F-AC0F-D90F5A9E08D9}" dt="2025-06-27T08:39:05.372" v="413" actId="2696"/>
        <pc:sldMkLst>
          <pc:docMk/>
          <pc:sldMk cId="1960636476" sldId="404"/>
        </pc:sldMkLst>
      </pc:sldChg>
      <pc:sldMasterChg chg="addSldLayout">
        <pc:chgData name="Pavlov, Slavi" userId="beee7578-9f22-4de8-9aa1-becc9a62e604" providerId="ADAL" clId="{D7397641-96CE-274F-AC0F-D90F5A9E08D9}" dt="2025-06-27T08:38:57.382" v="411"/>
        <pc:sldMasterMkLst>
          <pc:docMk/>
          <pc:sldMasterMk cId="3766203283" sldId="2147483648"/>
        </pc:sldMasterMkLst>
        <pc:sldLayoutChg chg="add">
          <pc:chgData name="Pavlov, Slavi" userId="beee7578-9f22-4de8-9aa1-becc9a62e604" providerId="ADAL" clId="{D7397641-96CE-274F-AC0F-D90F5A9E08D9}" dt="2025-06-27T08:34:00.797" v="340"/>
          <pc:sldLayoutMkLst>
            <pc:docMk/>
            <pc:sldMasterMk cId="3766203283" sldId="2147483648"/>
            <pc:sldLayoutMk cId="2037329303" sldId="2147483661"/>
          </pc:sldLayoutMkLst>
        </pc:sldLayoutChg>
        <pc:sldLayoutChg chg="add">
          <pc:chgData name="Pavlov, Slavi" userId="beee7578-9f22-4de8-9aa1-becc9a62e604" providerId="ADAL" clId="{D7397641-96CE-274F-AC0F-D90F5A9E08D9}" dt="2025-06-27T08:38:57.382" v="411"/>
          <pc:sldLayoutMkLst>
            <pc:docMk/>
            <pc:sldMasterMk cId="3766203283" sldId="2147483648"/>
            <pc:sldLayoutMk cId="2119492012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FA01F-9257-6646-B968-FCCD0031E0CC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7FEA3-8B7A-F94F-B6CF-04762C621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7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361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BF2F-4513-9808-D60D-86D8ED967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205B6-C380-4B67-BC87-FF29D5367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6E10E-7DFE-87A1-5340-6DDDB40D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E1409-D5A3-2225-00A2-C5AB5D6B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D5173-698E-5808-EE3E-7378658A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0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241C-559B-DD3F-1381-B0FEE2F8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1CBB-0001-E30A-CBA3-49C4DD82D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4D999-894E-2B1C-4234-6D5E3F10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85FC5-FE90-FE97-4F6A-24D8713A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C06C-DAD7-49CB-A380-89B79C04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6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CD0F-BA2B-AAE0-3162-1115DE90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EB357-1E10-E1B6-2C79-55C5C9E41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58316-B7C7-5F74-4061-572BE867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CFA3-0C23-F057-3A44-0CEF4D11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DCBEF-87D0-100A-A6CA-84A8173B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2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BAC0-5DA1-AA54-E362-FEF00DC3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746F-64D0-9E4A-1D69-C02EBF44D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41D0F-F536-2B9E-C259-5A7DE855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7F934-1411-DBBE-3D8C-3A2F3081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18E8D-52BD-4C5E-10F6-B5DE4EB7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12F54-101A-3966-A594-08B9F21C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6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2397-0426-AD8F-C179-75F5FF43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BD9AD-C0B7-6EC0-F685-884556F27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2A2E4-AB2A-9C26-1843-197122C73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BCEAC-6464-9789-8CE8-A258CFE95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AFEA4-2076-C9EB-8571-27CC69330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186F5-280C-0C02-88E5-E9DC1BBB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B0F99-D47D-AE84-C00E-61EF166A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6153B-12D6-608A-5BC0-3E0CD84A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4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98C0-2626-2B2B-200E-2446D2AC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A34E5-3DC6-6D80-7DA8-5514F362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5DE98-5410-8091-1DB4-7FE1B6CE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900B2-ED9D-3884-9907-05829FA8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0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FF90C-FB7F-AB49-9513-2E466EC6A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9BC1D-ECEB-36D4-7830-419E2CD6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9C2F3-5A53-DC2A-AA8F-EAAC315C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5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C099-6A29-4C2D-E153-35CEEDDC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623D-C4C4-FDC5-E5BC-F18C65D66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03F90-4C9E-BDE4-57CD-6607B3634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0C07B-4D01-E89A-0922-653BCD23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1F6EE-C280-4144-D603-8342F169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D68C3-4656-84FE-FC2E-77021110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1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162A-8838-E49D-50BC-A0BF91C9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255FE-0926-DF2B-7C4F-88BB002F0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542AB-F2FA-D576-7C46-D23AD8A9B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281A9-610C-C3AC-2D48-F857BC6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83B2E-CADE-77AA-474B-994D84CF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AABFD-F787-BD10-E9A5-27611AFC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1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686B-00C5-9FF5-EF2E-C9915213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6A9E2-ABC0-1B0F-BB10-A13DA007E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AE78B-7E8C-814B-8488-137492CA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B5333-0DBD-9A78-8E2A-EA40C2A3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59CBF-88A0-2CC1-E75F-085E875E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AFCAB-1C49-7645-4D17-E249EEA50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F85A4-4E42-6DF1-50BE-6EC441CC6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94FAB-C5CF-6E41-6CAC-A76369B1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2048C-44B3-DD0C-5236-D8851D684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2DC97-12F5-545C-8AB7-10AF58F9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83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439871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599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3781" y="0"/>
            <a:ext cx="6118219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989175711" name="LogoBlue-Dynamic" descr="{&quot;templafy&quot;:{&quot;id&quot;:&quot;997e345e-c790-4a84-89bf-ceace59ab07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36473bb0-e69f-42df-b07c-890a45a38fb2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16523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8B029D-C1BA-6745-8ADE-EF91FC90E0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4003" y="0"/>
            <a:ext cx="4067998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29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2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548000"/>
            <a:ext cx="7090154" cy="481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49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5" userDrawn="1">
          <p15:clr>
            <a:srgbClr val="FBAE40"/>
          </p15:clr>
        </p15:guide>
        <p15:guide id="4" pos="5118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5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B69B2-01D1-8241-A4D6-A7C55FC2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036C5-E3D5-4BE9-CD88-15CDE4359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16B3-2F5F-1619-E9D6-0E2AE9890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D2B05-3F2A-1D44-A565-2714DC491173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AF65-8BA6-BDA7-7D21-423E8A874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3C853-8836-0EF6-ED96-9D08AC7DD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18CDB-AC27-B242-8FFE-2746E08E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0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34752C8-1E80-B141-5BC9-264FD3E5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25" y="2706317"/>
            <a:ext cx="6464204" cy="997196"/>
          </a:xfrm>
        </p:spPr>
        <p:txBody>
          <a:bodyPr/>
          <a:lstStyle/>
          <a:p>
            <a:pPr algn="ctr"/>
            <a:r>
              <a:rPr lang="bg-BG" sz="3200" b="1" dirty="0"/>
              <a:t>Дипломна защита</a:t>
            </a:r>
            <a:br>
              <a:rPr lang="bg-BG" sz="3200" b="1" dirty="0"/>
            </a:br>
            <a:r>
              <a:rPr lang="bg-BG" sz="3200" dirty="0"/>
              <a:t>„Разработване система за автоматична актуализация на документация за</a:t>
            </a:r>
            <a:br>
              <a:rPr lang="en-US" sz="3200" dirty="0"/>
            </a:br>
            <a:r>
              <a:rPr lang="bg-BG" sz="3200" dirty="0"/>
              <a:t>програмен код с използване на изкуствен интелект“</a:t>
            </a:r>
            <a:endParaRPr lang="en-US" sz="3200" dirty="0"/>
          </a:p>
        </p:txBody>
      </p:sp>
      <p:sp>
        <p:nvSpPr>
          <p:cNvPr id="2" name="Spaker name - Dynamic" descr="{&quot;templafy&quot;:{&quot;id&quot;:&quot;b49d20f3-bd7f-4cc1-9e5d-99b3c50755c2&quot;}}">
            <a:extLst>
              <a:ext uri="{FF2B5EF4-FFF2-40B4-BE49-F238E27FC236}">
                <a16:creationId xmlns:a16="http://schemas.microsoft.com/office/drawing/2014/main" id="{E0BFCFDD-1D42-358F-BC70-8570C4C662EF}"/>
              </a:ext>
            </a:extLst>
          </p:cNvPr>
          <p:cNvSpPr txBox="1">
            <a:spLocks/>
          </p:cNvSpPr>
          <p:nvPr/>
        </p:nvSpPr>
        <p:spPr>
          <a:xfrm>
            <a:off x="287263" y="4303258"/>
            <a:ext cx="5400830" cy="2230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bg-BG" sz="1400" dirty="0">
                <a:latin typeface="72 Brand" panose="020B0504030603020204" pitchFamily="34" charset="0"/>
                <a:cs typeface="72" panose="020B0503030000000003" pitchFamily="34" charset="0"/>
              </a:rPr>
              <a:t>Слави Павлов</a:t>
            </a:r>
            <a:r>
              <a:rPr lang="en-US" sz="1400" dirty="0">
                <a:latin typeface="72 Brand" panose="020B0504030603020204" pitchFamily="34" charset="0"/>
                <a:cs typeface="72" panose="020B0503030000000003" pitchFamily="34" charset="0"/>
              </a:rPr>
              <a:t>, SAP</a:t>
            </a:r>
          </a:p>
        </p:txBody>
      </p:sp>
      <p:sp>
        <p:nvSpPr>
          <p:cNvPr id="3" name="Date - Dynamic" descr="{&quot;templafy&quot;:{&quot;id&quot;:&quot;adc901d8-b8be-49f7-9d5d-102f19128cd4&quot;}}">
            <a:extLst>
              <a:ext uri="{FF2B5EF4-FFF2-40B4-BE49-F238E27FC236}">
                <a16:creationId xmlns:a16="http://schemas.microsoft.com/office/drawing/2014/main" id="{9E1171E2-38D8-8239-71E9-69DC21FF73B2}"/>
              </a:ext>
            </a:extLst>
          </p:cNvPr>
          <p:cNvSpPr txBox="1">
            <a:spLocks/>
          </p:cNvSpPr>
          <p:nvPr/>
        </p:nvSpPr>
        <p:spPr>
          <a:xfrm>
            <a:off x="287925" y="4533971"/>
            <a:ext cx="5400830" cy="2230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endParaRPr lang="en-US" sz="1400" dirty="0">
              <a:latin typeface="72 Brand" panose="020B0504030603020204" pitchFamily="34" charset="0"/>
              <a:cs typeface="72" panose="020B0503030000000003" pitchFamily="34" charset="0"/>
            </a:endParaRPr>
          </a:p>
        </p:txBody>
      </p:sp>
      <p:pic>
        <p:nvPicPr>
          <p:cNvPr id="18" name="Picture Placeholder 14">
            <a:extLst>
              <a:ext uri="{FF2B5EF4-FFF2-40B4-BE49-F238E27FC236}">
                <a16:creationId xmlns:a16="http://schemas.microsoft.com/office/drawing/2014/main" id="{6D39BC90-CF11-3E9B-D0F0-AE61667F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5" b="195"/>
          <a:stretch/>
        </p:blipFill>
        <p:spPr bwMode="black">
          <a:xfrm>
            <a:off x="6752129" y="0"/>
            <a:ext cx="5439871" cy="6858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16874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6ECB-05AC-A74B-96D9-76DA733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369236"/>
          </a:xfrm>
        </p:spPr>
        <p:txBody>
          <a:bodyPr>
            <a:noAutofit/>
          </a:bodyPr>
          <a:lstStyle/>
          <a:p>
            <a:r>
              <a:rPr lang="bg-BG" sz="2800" dirty="0"/>
              <a:t>Съдържание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37E43-F7BA-B04E-3E8E-AD215977E271}"/>
              </a:ext>
            </a:extLst>
          </p:cNvPr>
          <p:cNvSpPr txBox="1"/>
          <p:nvPr/>
        </p:nvSpPr>
        <p:spPr>
          <a:xfrm>
            <a:off x="503107" y="1299966"/>
            <a:ext cx="683700" cy="1015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598" b="1" kern="0" dirty="0">
                <a:solidFill>
                  <a:schemeClr val="tx2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FB1E2-2A51-9E49-96FF-CCFD6C6CA0D7}"/>
              </a:ext>
            </a:extLst>
          </p:cNvPr>
          <p:cNvSpPr txBox="1"/>
          <p:nvPr/>
        </p:nvSpPr>
        <p:spPr>
          <a:xfrm>
            <a:off x="1402984" y="1607165"/>
            <a:ext cx="98709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g-BG" sz="2000" dirty="0"/>
              <a:t>Използвани технологии</a:t>
            </a:r>
          </a:p>
        </p:txBody>
      </p:sp>
      <p:cxnSp>
        <p:nvCxnSpPr>
          <p:cNvPr id="7" name="Straight Connector 6" descr="Straight line">
            <a:extLst>
              <a:ext uri="{FF2B5EF4-FFF2-40B4-BE49-F238E27FC236}">
                <a16:creationId xmlns:a16="http://schemas.microsoft.com/office/drawing/2014/main" id="{AABC31F4-B2CF-684C-AB8A-ECE0FCCF854C}"/>
              </a:ext>
            </a:extLst>
          </p:cNvPr>
          <p:cNvCxnSpPr>
            <a:cxnSpLocks/>
          </p:cNvCxnSpPr>
          <p:nvPr/>
        </p:nvCxnSpPr>
        <p:spPr>
          <a:xfrm>
            <a:off x="488825" y="2398003"/>
            <a:ext cx="11208006" cy="0"/>
          </a:xfrm>
          <a:prstGeom prst="line">
            <a:avLst/>
          </a:prstGeom>
          <a:ln w="19050" cap="rnd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20BB62-7AB4-BF5B-E0D1-2751D54F7759}"/>
              </a:ext>
            </a:extLst>
          </p:cNvPr>
          <p:cNvSpPr txBox="1"/>
          <p:nvPr/>
        </p:nvSpPr>
        <p:spPr>
          <a:xfrm>
            <a:off x="503107" y="2585558"/>
            <a:ext cx="683700" cy="1015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598" b="1" kern="0" dirty="0">
                <a:solidFill>
                  <a:schemeClr val="tx2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2E6658-9C8D-9E40-AD14-587B6DD2FBCA}"/>
              </a:ext>
            </a:extLst>
          </p:cNvPr>
          <p:cNvSpPr txBox="1"/>
          <p:nvPr/>
        </p:nvSpPr>
        <p:spPr>
          <a:xfrm>
            <a:off x="1402984" y="2939368"/>
            <a:ext cx="98709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g-BG" sz="2000" dirty="0"/>
              <a:t>Приложение и принос</a:t>
            </a:r>
          </a:p>
        </p:txBody>
      </p:sp>
      <p:cxnSp>
        <p:nvCxnSpPr>
          <p:cNvPr id="15" name="Straight Connector 14" descr="Straight line">
            <a:extLst>
              <a:ext uri="{FF2B5EF4-FFF2-40B4-BE49-F238E27FC236}">
                <a16:creationId xmlns:a16="http://schemas.microsoft.com/office/drawing/2014/main" id="{0C1C90C2-73A3-5A42-B386-4932ACB90F77}"/>
              </a:ext>
            </a:extLst>
          </p:cNvPr>
          <p:cNvCxnSpPr>
            <a:cxnSpLocks/>
          </p:cNvCxnSpPr>
          <p:nvPr/>
        </p:nvCxnSpPr>
        <p:spPr>
          <a:xfrm>
            <a:off x="488825" y="3671904"/>
            <a:ext cx="11208006" cy="0"/>
          </a:xfrm>
          <a:prstGeom prst="line">
            <a:avLst/>
          </a:prstGeom>
          <a:ln w="19050" cap="rnd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BB0380-88A7-0962-1BCE-10298AFC6455}"/>
              </a:ext>
            </a:extLst>
          </p:cNvPr>
          <p:cNvSpPr txBox="1"/>
          <p:nvPr/>
        </p:nvSpPr>
        <p:spPr>
          <a:xfrm>
            <a:off x="503107" y="3871150"/>
            <a:ext cx="683700" cy="1015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598" b="1" kern="0" dirty="0">
                <a:solidFill>
                  <a:schemeClr val="tx2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96345-2F8A-D948-9469-CCB5FC32DBEF}"/>
              </a:ext>
            </a:extLst>
          </p:cNvPr>
          <p:cNvSpPr txBox="1"/>
          <p:nvPr/>
        </p:nvSpPr>
        <p:spPr>
          <a:xfrm>
            <a:off x="1402983" y="4165139"/>
            <a:ext cx="987099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g-BG" sz="2000" dirty="0"/>
              <a:t>Демонстрация</a:t>
            </a:r>
            <a:endParaRPr lang="en-US" sz="2000" dirty="0"/>
          </a:p>
        </p:txBody>
      </p:sp>
      <p:cxnSp>
        <p:nvCxnSpPr>
          <p:cNvPr id="17" name="Straight Connector 16" descr="Straight line">
            <a:extLst>
              <a:ext uri="{FF2B5EF4-FFF2-40B4-BE49-F238E27FC236}">
                <a16:creationId xmlns:a16="http://schemas.microsoft.com/office/drawing/2014/main" id="{347B782C-0BC8-4741-8B56-F925653AA91E}"/>
              </a:ext>
            </a:extLst>
          </p:cNvPr>
          <p:cNvCxnSpPr>
            <a:cxnSpLocks/>
          </p:cNvCxnSpPr>
          <p:nvPr/>
        </p:nvCxnSpPr>
        <p:spPr>
          <a:xfrm>
            <a:off x="488825" y="4966151"/>
            <a:ext cx="11208006" cy="0"/>
          </a:xfrm>
          <a:prstGeom prst="line">
            <a:avLst/>
          </a:prstGeom>
          <a:ln w="19050" cap="rnd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09952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3FC1-B1A3-14FF-E966-2FA63686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Използвани технологии</a:t>
            </a:r>
            <a:endParaRPr lang="en-US" dirty="0"/>
          </a:p>
        </p:txBody>
      </p:sp>
      <p:pic>
        <p:nvPicPr>
          <p:cNvPr id="1030" name="Picture 6" descr="Python logo - Social media &amp; Logos Icons">
            <a:extLst>
              <a:ext uri="{FF2B5EF4-FFF2-40B4-BE49-F238E27FC236}">
                <a16:creationId xmlns:a16="http://schemas.microsoft.com/office/drawing/2014/main" id="{7821DA3C-145B-F4B2-A4AE-ABF4C3E04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690688"/>
            <a:ext cx="1854791" cy="185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 - Logo Downloads">
            <a:extLst>
              <a:ext uri="{FF2B5EF4-FFF2-40B4-BE49-F238E27FC236}">
                <a16:creationId xmlns:a16="http://schemas.microsoft.com/office/drawing/2014/main" id="{0182F2EA-8597-12FE-B1DE-2CE9315ED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597" y="3312522"/>
            <a:ext cx="2085163" cy="20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ownload Free GitHub Logo PNG and SVG Icons">
            <a:extLst>
              <a:ext uri="{FF2B5EF4-FFF2-40B4-BE49-F238E27FC236}">
                <a16:creationId xmlns:a16="http://schemas.microsoft.com/office/drawing/2014/main" id="{80A02996-CCCB-425D-1A8D-7931C95FF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949" y="1460315"/>
            <a:ext cx="2085164" cy="208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Docker full logo transparent PNG - StickPNG">
            <a:extLst>
              <a:ext uri="{FF2B5EF4-FFF2-40B4-BE49-F238E27FC236}">
                <a16:creationId xmlns:a16="http://schemas.microsoft.com/office/drawing/2014/main" id="{54E4B607-6E52-FA35-FAD2-998632828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471" y="1243427"/>
            <a:ext cx="2542937" cy="25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Linux Logo transparent PNG - StickPNG">
            <a:extLst>
              <a:ext uri="{FF2B5EF4-FFF2-40B4-BE49-F238E27FC236}">
                <a16:creationId xmlns:a16="http://schemas.microsoft.com/office/drawing/2014/main" id="{D70F21BD-6DBB-A783-CEC9-AE24A869E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48" y="4640669"/>
            <a:ext cx="1808720" cy="20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What is REST? Everything for use in industry explained simply ✓">
            <a:extLst>
              <a:ext uri="{FF2B5EF4-FFF2-40B4-BE49-F238E27FC236}">
                <a16:creationId xmlns:a16="http://schemas.microsoft.com/office/drawing/2014/main" id="{4941127B-F5FD-C779-711C-3986D60A1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372" y="4759769"/>
            <a:ext cx="2660267" cy="199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3B899A54-B925-A2D0-369E-058273E25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554" y="3312522"/>
            <a:ext cx="2090535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itHub Actions Logo PNG Vector (SVG) Free Download">
            <a:extLst>
              <a:ext uri="{FF2B5EF4-FFF2-40B4-BE49-F238E27FC236}">
                <a16:creationId xmlns:a16="http://schemas.microsoft.com/office/drawing/2014/main" id="{5187E89A-FD50-4776-E04A-045E8E13B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456" y="3339103"/>
            <a:ext cx="20320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OpenAI Logo, symbol, meaning, history, PNG, brand">
            <a:extLst>
              <a:ext uri="{FF2B5EF4-FFF2-40B4-BE49-F238E27FC236}">
                <a16:creationId xmlns:a16="http://schemas.microsoft.com/office/drawing/2014/main" id="{83E0F254-34CB-2B5A-9D71-EBCDA3A69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9" y="5003209"/>
            <a:ext cx="3005668" cy="16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948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BA49B-E461-7042-8953-CA6AC918C6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868" y="1548000"/>
            <a:ext cx="5592132" cy="4815175"/>
          </a:xfrm>
        </p:spPr>
        <p:txBody>
          <a:bodyPr/>
          <a:lstStyle/>
          <a:p>
            <a:r>
              <a:rPr lang="bg-BG" dirty="0"/>
              <a:t>Осигуряваме постоянно актуализирана документация</a:t>
            </a:r>
          </a:p>
          <a:p>
            <a:r>
              <a:rPr lang="bg-BG" dirty="0"/>
              <a:t>Програмистите могат изцяло да се фокусират върху писането на код</a:t>
            </a:r>
          </a:p>
          <a:p>
            <a:r>
              <a:rPr lang="bg-BG" dirty="0"/>
              <a:t>Осигурява консистентност и намалява човешките грешки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6B883B-2A36-6D42-8598-FFC93F8D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Приложение и принос</a:t>
            </a:r>
            <a:endParaRPr lang="en-US" dirty="0"/>
          </a:p>
        </p:txBody>
      </p:sp>
      <p:pic>
        <p:nvPicPr>
          <p:cNvPr id="93" name="Picture Placeholder 92" descr="Stack of folders">
            <a:extLst>
              <a:ext uri="{FF2B5EF4-FFF2-40B4-BE49-F238E27FC236}">
                <a16:creationId xmlns:a16="http://schemas.microsoft.com/office/drawing/2014/main" id="{424B1F50-2B0B-1996-3FA4-F45F913C10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0231" r="30231"/>
          <a:stretch>
            <a:fillRect/>
          </a:stretch>
        </p:blipFill>
        <p:spPr/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102293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MO Project - GO0DMAN Innovation Shop">
            <a:extLst>
              <a:ext uri="{FF2B5EF4-FFF2-40B4-BE49-F238E27FC236}">
                <a16:creationId xmlns:a16="http://schemas.microsoft.com/office/drawing/2014/main" id="{D57CB2FD-EF8C-B5AA-598C-4FACC0D03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2175"/>
            <a:ext cx="12192000" cy="507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543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63BA-AD1D-0828-3388-57C15493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051"/>
            <a:ext cx="10515600" cy="1325563"/>
          </a:xfrm>
        </p:spPr>
        <p:txBody>
          <a:bodyPr/>
          <a:lstStyle/>
          <a:p>
            <a:r>
              <a:rPr lang="bg-BG" dirty="0"/>
              <a:t>Благодаря за вниманието!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509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531790-35EE-6744-A0C2-E19EE5D74445}">
  <we:reference id="b0692d11-e342-a550-cfba-e8c57e47b8f1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2.xml><?xml version="1.0" encoding="utf-8"?>
<TemplafySlideTemplateConfiguration><![CDATA[{"slideVersion":20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31234101560684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4,"isValidatorEnabled":false,"isLocked":false,"elementsMetadata":[],"slideId":"638373043998113631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3,"isValidatorEnabled":false,"isLocked":false,"elementsMetadata":[],"slideId":"63831563683777879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5E726EAB-FE30-4F4D-A478-DE4759D9A12E}">
  <ds:schemaRefs/>
</ds:datastoreItem>
</file>

<file path=customXml/itemProps2.xml><?xml version="1.0" encoding="utf-8"?>
<ds:datastoreItem xmlns:ds="http://schemas.openxmlformats.org/officeDocument/2006/customXml" ds:itemID="{F444086E-23D4-43AE-9B84-AA7543534A61}">
  <ds:schemaRefs/>
</ds:datastoreItem>
</file>

<file path=customXml/itemProps3.xml><?xml version="1.0" encoding="utf-8"?>
<ds:datastoreItem xmlns:ds="http://schemas.openxmlformats.org/officeDocument/2006/customXml" ds:itemID="{1113AA6A-6700-40AD-8F20-57DD4A1A44B1}">
  <ds:schemaRefs/>
</ds:datastoreItem>
</file>

<file path=customXml/itemProps4.xml><?xml version="1.0" encoding="utf-8"?>
<ds:datastoreItem xmlns:ds="http://schemas.openxmlformats.org/officeDocument/2006/customXml" ds:itemID="{6F108D6A-CD5B-43FB-B433-B455D1CD5D83}">
  <ds:schemaRefs/>
</ds:datastoreItem>
</file>

<file path=customXml/itemProps5.xml><?xml version="1.0" encoding="utf-8"?>
<ds:datastoreItem xmlns:ds="http://schemas.openxmlformats.org/officeDocument/2006/customXml" ds:itemID="{730C3600-131C-4FD9-BB85-C5307BF98F93}">
  <ds:schemaRefs/>
</ds:datastoreItem>
</file>

<file path=customXml/itemProps6.xml><?xml version="1.0" encoding="utf-8"?>
<ds:datastoreItem xmlns:ds="http://schemas.openxmlformats.org/officeDocument/2006/customXml" ds:itemID="{334F6EAF-E010-4FA4-A664-F3FC593FFEF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11475</TotalTime>
  <Words>65</Words>
  <Application>Microsoft Macintosh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72 Brand</vt:lpstr>
      <vt:lpstr>Aptos</vt:lpstr>
      <vt:lpstr>Aptos Display</vt:lpstr>
      <vt:lpstr>Arial</vt:lpstr>
      <vt:lpstr>Office Theme</vt:lpstr>
      <vt:lpstr>Дипломна защита „Разработване система за автоматична актуализация на документация за програмен код с използване на изкуствен интелект“</vt:lpstr>
      <vt:lpstr>Съдържание</vt:lpstr>
      <vt:lpstr>Използвани технологии</vt:lpstr>
      <vt:lpstr>Приложение и принос</vt:lpstr>
      <vt:lpstr>PowerPoint Presentation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Pavlov, Slavi</dc:creator>
  <cp:lastModifiedBy>Pavlov, Slavi</cp:lastModifiedBy>
  <cp:revision>1</cp:revision>
  <dcterms:created xsi:type="dcterms:W3CDTF">2025-06-19T10:12:35Z</dcterms:created>
  <dcterms:modified xsi:type="dcterms:W3CDTF">2025-06-27T09:27:36Z</dcterms:modified>
</cp:coreProperties>
</file>